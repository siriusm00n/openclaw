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0"/>
            <a:ext cx="3657600" cy="36576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4572000"/>
            <a:ext cx="2743200" cy="2743200"/>
          </a:xfrm>
          <a:prstGeom prst="ellipse">
            <a:avLst/>
          </a:prstGeom>
          <a:solidFill>
            <a:srgbClr val="A5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274320" y="274320"/>
            <a:ext cx="1097280" cy="1097280"/>
          </a:xfrm>
          <a:prstGeom prst="arc">
            <a:avLst/>
          </a:prstGeom>
          <a:noFill/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 rot="1800000">
            <a:off x="603504" y="384048"/>
            <a:ext cx="658368" cy="658368"/>
          </a:xfrm>
          <a:prstGeom prst="arc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 rot="5400000">
            <a:off x="10789920" y="274320"/>
            <a:ext cx="1097280" cy="1097280"/>
          </a:xfrm>
          <a:prstGeom prst="arc">
            <a:avLst/>
          </a:prstGeom>
          <a:noFill/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 rot="7200000">
            <a:off x="11119104" y="384048"/>
            <a:ext cx="658368" cy="658368"/>
          </a:xfrm>
          <a:prstGeom prst="arc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 rot="16200000">
            <a:off x="274320" y="5760720"/>
            <a:ext cx="1097280" cy="1097280"/>
          </a:xfrm>
          <a:prstGeom prst="arc">
            <a:avLst/>
          </a:prstGeom>
          <a:noFill/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 rot="18000000">
            <a:off x="603504" y="5870448"/>
            <a:ext cx="658368" cy="658368"/>
          </a:xfrm>
          <a:prstGeom prst="arc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 rot="10800000">
            <a:off x="10789920" y="5760720"/>
            <a:ext cx="1097280" cy="1097280"/>
          </a:xfrm>
          <a:prstGeom prst="arc">
            <a:avLst/>
          </a:prstGeom>
          <a:noFill/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 rot="12600000">
            <a:off x="11119104" y="5870448"/>
            <a:ext cx="658368" cy="658368"/>
          </a:xfrm>
          <a:prstGeom prst="arc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914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48890" y="1295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26180" y="914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03470" y="1295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914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58050" y="1295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35340" y="914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12630" y="1295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" y="67208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48890" y="67589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26180" y="67208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3470" y="67589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0760" y="67208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58050" y="67589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35340" y="67208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12630" y="67589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13716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0">
                <a:solidFill>
                  <a:srgbClr val="D4AF37"/>
                </a:solidFill>
                <a:latin typeface="STSong"/>
              </a:defRPr>
            </a:pPr>
            <a:r>
              <a:t>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2286000"/>
            <a:ext cx="6400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B4B9"/>
                </a:solidFill>
                <a:latin typeface="STSong"/>
              </a:defRPr>
            </a:pPr>
            <a:r>
              <a:t>作</a:t>
            </a:r>
            <a:br/>
            <a:r>
              <a:t>品</a:t>
            </a:r>
            <a:br/>
            <a:r>
              <a:t>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286000"/>
            <a:ext cx="6400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B4B9"/>
                </a:solidFill>
                <a:latin typeface="STSong"/>
              </a:defRPr>
            </a:pPr>
            <a:r>
              <a:t>游</a:t>
            </a:r>
            <a:br/>
            <a:r>
              <a:t>戏</a:t>
            </a:r>
            <a:br/>
            <a:r>
              <a:t>美</a:t>
            </a:r>
            <a:br/>
            <a:r>
              <a:t>术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14800" y="5303520"/>
            <a:ext cx="4023360" cy="0"/>
          </a:xfrm>
          <a:prstGeom prst="line">
            <a:avLst/>
          </a:prstGeom>
          <a:ln w="254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114800" y="557784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BCD69"/>
                </a:solidFill>
                <a:latin typeface="Microsoft YaHei"/>
              </a:defRPr>
            </a:pPr>
            <a:r>
              <a:t>小天狼星 · GAME ARTIST · 2024-2025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0"/>
            <a:ext cx="4572000" cy="4572000"/>
          </a:xfrm>
          <a:prstGeom prst="ellipse">
            <a:avLst/>
          </a:prstGeom>
          <a:solidFill>
            <a:srgbClr val="A5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274320" y="274320"/>
            <a:ext cx="1371600" cy="1371600"/>
          </a:xfrm>
          <a:prstGeom prst="arc">
            <a:avLst/>
          </a:prstGeom>
          <a:noFill/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1800000">
            <a:off x="685800" y="411480"/>
            <a:ext cx="822960" cy="822960"/>
          </a:xfrm>
          <a:prstGeom prst="arc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 rot="10800000">
            <a:off x="10515600" y="5212080"/>
            <a:ext cx="1371600" cy="1371600"/>
          </a:xfrm>
          <a:prstGeom prst="arc">
            <a:avLst/>
          </a:prstGeom>
          <a:noFill/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 rot="12600000">
            <a:off x="10927080" y="5349240"/>
            <a:ext cx="822960" cy="822960"/>
          </a:xfrm>
          <a:prstGeom prst="arc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7200"/>
            <a:ext cx="3657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0">
                <a:solidFill>
                  <a:srgbClr val="232328"/>
                </a:solidFill>
                <a:latin typeface="STSong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6032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D4AF37"/>
                </a:solidFill>
                <a:latin typeface="STSong"/>
              </a:defRPr>
            </a:pPr>
            <a:r>
              <a:t>角色设计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D"/>
                </a:solidFill>
                <a:latin typeface="Microsoft YaHei"/>
              </a:defRPr>
            </a:pPr>
            <a:r>
              <a:t>CHAPTER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274320" y="274320"/>
            <a:ext cx="914400" cy="914400"/>
          </a:xfrm>
          <a:prstGeom prst="arc">
            <a:avLst/>
          </a:prstGeom>
          <a:noFill/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1800000">
            <a:off x="548640" y="365760"/>
            <a:ext cx="548640" cy="548640"/>
          </a:xfrm>
          <a:prstGeom prst="arc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5400000">
            <a:off x="10972800" y="274320"/>
            <a:ext cx="914400" cy="914400"/>
          </a:xfrm>
          <a:prstGeom prst="arc">
            <a:avLst/>
          </a:prstGeom>
          <a:noFill/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 rot="7200000">
            <a:off x="11247120" y="365760"/>
            <a:ext cx="548640" cy="548640"/>
          </a:xfrm>
          <a:prstGeom prst="arc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91440"/>
            <a:ext cx="1177290" cy="25400"/>
          </a:xfrm>
          <a:prstGeom prst="rect">
            <a:avLst/>
          </a:prstGeom>
          <a:solidFill>
            <a:srgbClr val="A5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8890" y="129540"/>
            <a:ext cx="1177290" cy="25400"/>
          </a:xfrm>
          <a:prstGeom prst="rect">
            <a:avLst/>
          </a:prstGeom>
          <a:solidFill>
            <a:srgbClr val="A5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26180" y="91440"/>
            <a:ext cx="1177290" cy="25400"/>
          </a:xfrm>
          <a:prstGeom prst="rect">
            <a:avLst/>
          </a:prstGeom>
          <a:solidFill>
            <a:srgbClr val="A5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03470" y="129540"/>
            <a:ext cx="1177290" cy="25400"/>
          </a:xfrm>
          <a:prstGeom prst="rect">
            <a:avLst/>
          </a:prstGeom>
          <a:solidFill>
            <a:srgbClr val="A5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91440"/>
            <a:ext cx="1177290" cy="25400"/>
          </a:xfrm>
          <a:prstGeom prst="rect">
            <a:avLst/>
          </a:prstGeom>
          <a:solidFill>
            <a:srgbClr val="A5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58050" y="129540"/>
            <a:ext cx="1177290" cy="25400"/>
          </a:xfrm>
          <a:prstGeom prst="rect">
            <a:avLst/>
          </a:prstGeom>
          <a:solidFill>
            <a:srgbClr val="A5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35340" y="91440"/>
            <a:ext cx="1177290" cy="25400"/>
          </a:xfrm>
          <a:prstGeom prst="rect">
            <a:avLst/>
          </a:prstGeom>
          <a:solidFill>
            <a:srgbClr val="A5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2630" y="129540"/>
            <a:ext cx="1177290" cy="25400"/>
          </a:xfrm>
          <a:prstGeom prst="rect">
            <a:avLst/>
          </a:prstGeom>
          <a:solidFill>
            <a:srgbClr val="A5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548640"/>
            <a:ext cx="3931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200">
                <a:solidFill>
                  <a:srgbClr val="D4AF37"/>
                </a:solidFill>
                <a:latin typeface="STSong"/>
              </a:defRPr>
            </a:pPr>
            <a:r>
              <a:t>角色名称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4630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9"/>
                </a:solidFill>
                <a:latin typeface="Microsoft YaHei"/>
              </a:defRPr>
            </a:pPr>
            <a:r>
              <a:t>游戏主角 · 设定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0" y="1828800"/>
            <a:ext cx="3840480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57200" y="457200"/>
            <a:ext cx="6858000" cy="5943600"/>
          </a:xfrm>
          <a:prstGeom prst="rect">
            <a:avLst/>
          </a:prstGeom>
          <a:solidFill>
            <a:srgbClr val="2323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4200" y="584200"/>
            <a:ext cx="6604000" cy="5689600"/>
          </a:xfrm>
          <a:prstGeom prst="rect">
            <a:avLst/>
          </a:prstGeom>
          <a:noFill/>
          <a:ln w="12700">
            <a:solidFill>
              <a:srgbClr val="A587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15468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D"/>
                </a:solidFill>
                <a:latin typeface="Microsoft YaHei"/>
              </a:defRPr>
            </a:pPr>
            <a:r>
              <a:t>【角色立绘】</a:t>
            </a:r>
            <a:br/>
            <a:r>
              <a:t>右键 → 更改图片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2194560"/>
            <a:ext cx="1645920" cy="2560320"/>
          </a:xfrm>
          <a:prstGeom prst="rect">
            <a:avLst/>
          </a:prstGeom>
          <a:solidFill>
            <a:srgbClr val="2323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99400" y="2321560"/>
            <a:ext cx="1391920" cy="2306320"/>
          </a:xfrm>
          <a:prstGeom prst="rect">
            <a:avLst/>
          </a:prstGeom>
          <a:noFill/>
          <a:ln w="12700">
            <a:solidFill>
              <a:srgbClr val="A587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2004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D"/>
                </a:solidFill>
                <a:latin typeface="Microsoft YaHei"/>
              </a:defRPr>
            </a:pPr>
            <a:r>
              <a:t>正面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2194560"/>
            <a:ext cx="1645920" cy="2560320"/>
          </a:xfrm>
          <a:prstGeom prst="rect">
            <a:avLst/>
          </a:prstGeom>
          <a:solidFill>
            <a:srgbClr val="2323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19640" y="2321560"/>
            <a:ext cx="1391920" cy="2306320"/>
          </a:xfrm>
          <a:prstGeom prst="rect">
            <a:avLst/>
          </a:prstGeom>
          <a:noFill/>
          <a:ln w="12700">
            <a:solidFill>
              <a:srgbClr val="A587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32004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D"/>
                </a:solidFill>
                <a:latin typeface="Microsoft YaHei"/>
              </a:defRPr>
            </a:pPr>
            <a:r>
              <a:t>侧面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4937760"/>
            <a:ext cx="1645920" cy="1645920"/>
          </a:xfrm>
          <a:prstGeom prst="rect">
            <a:avLst/>
          </a:prstGeom>
          <a:solidFill>
            <a:srgbClr val="2323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99400" y="5064760"/>
            <a:ext cx="1391920" cy="1391920"/>
          </a:xfrm>
          <a:prstGeom prst="rect">
            <a:avLst/>
          </a:prstGeom>
          <a:noFill/>
          <a:ln w="12700">
            <a:solidFill>
              <a:srgbClr val="A587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54864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D"/>
                </a:solidFill>
                <a:latin typeface="Microsoft YaHei"/>
              </a:defRPr>
            </a:pPr>
            <a:r>
              <a:t>背面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D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0800000">
            <a:off x="10972800" y="5669280"/>
            <a:ext cx="914400" cy="914400"/>
          </a:xfrm>
          <a:prstGeom prst="arc">
            <a:avLst/>
          </a:prstGeom>
          <a:noFill/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12600000">
            <a:off x="11247120" y="5760720"/>
            <a:ext cx="548640" cy="548640"/>
          </a:xfrm>
          <a:prstGeom prst="arc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D4AF37"/>
                </a:solidFill>
                <a:latin typeface="STSong"/>
              </a:defRPr>
            </a:pPr>
            <a:r>
              <a:t>角色名称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9"/>
                </a:solidFill>
                <a:latin typeface="Microsoft YaHei"/>
              </a:defRPr>
            </a:pPr>
            <a:r>
              <a:t>表情与动作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554480"/>
            <a:ext cx="1828800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920240"/>
            <a:ext cx="3474720" cy="4389120"/>
          </a:xfrm>
          <a:prstGeom prst="rect">
            <a:avLst/>
          </a:prstGeom>
          <a:solidFill>
            <a:srgbClr val="2323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4200" y="2047240"/>
            <a:ext cx="3220720" cy="4135120"/>
          </a:xfrm>
          <a:prstGeom prst="rect">
            <a:avLst/>
          </a:prstGeom>
          <a:noFill/>
          <a:ln w="12700">
            <a:solidFill>
              <a:srgbClr val="A587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D"/>
                </a:solidFill>
                <a:latin typeface="Microsoft YaHei"/>
              </a:defRPr>
            </a:pPr>
            <a:r>
              <a:t>细节 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920240"/>
            <a:ext cx="3474720" cy="4389120"/>
          </a:xfrm>
          <a:prstGeom prst="rect">
            <a:avLst/>
          </a:prstGeom>
          <a:solidFill>
            <a:srgbClr val="2323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4680" y="2047240"/>
            <a:ext cx="3220720" cy="4135120"/>
          </a:xfrm>
          <a:prstGeom prst="rect">
            <a:avLst/>
          </a:prstGeom>
          <a:noFill/>
          <a:ln w="12700">
            <a:solidFill>
              <a:srgbClr val="A587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38404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D"/>
                </a:solidFill>
                <a:latin typeface="Microsoft YaHei"/>
              </a:defRPr>
            </a:pPr>
            <a:r>
              <a:t>细节 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920240"/>
            <a:ext cx="3474720" cy="4389120"/>
          </a:xfrm>
          <a:prstGeom prst="rect">
            <a:avLst/>
          </a:prstGeom>
          <a:solidFill>
            <a:srgbClr val="2323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5160" y="2047240"/>
            <a:ext cx="3220720" cy="4135120"/>
          </a:xfrm>
          <a:prstGeom prst="rect">
            <a:avLst/>
          </a:prstGeom>
          <a:noFill/>
          <a:ln w="12700">
            <a:solidFill>
              <a:srgbClr val="A587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38404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D"/>
                </a:solidFill>
                <a:latin typeface="Microsoft YaHei"/>
              </a:defRPr>
            </a:pPr>
            <a:r>
              <a:t>细节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D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0"/>
            <a:ext cx="4572000" cy="4572000"/>
          </a:xfrm>
          <a:prstGeom prst="ellipse">
            <a:avLst/>
          </a:prstGeom>
          <a:solidFill>
            <a:srgbClr val="A5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274320" y="274320"/>
            <a:ext cx="1371600" cy="1371600"/>
          </a:xfrm>
          <a:prstGeom prst="arc">
            <a:avLst/>
          </a:prstGeom>
          <a:noFill/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1800000">
            <a:off x="685800" y="411480"/>
            <a:ext cx="822960" cy="822960"/>
          </a:xfrm>
          <a:prstGeom prst="arc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 rot="10800000">
            <a:off x="10515600" y="5212080"/>
            <a:ext cx="1371600" cy="1371600"/>
          </a:xfrm>
          <a:prstGeom prst="arc">
            <a:avLst/>
          </a:prstGeom>
          <a:noFill/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 rot="12600000">
            <a:off x="10927080" y="5349240"/>
            <a:ext cx="822960" cy="822960"/>
          </a:xfrm>
          <a:prstGeom prst="arc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7200"/>
            <a:ext cx="3657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0">
                <a:solidFill>
                  <a:srgbClr val="232328"/>
                </a:solidFill>
                <a:latin typeface="STSong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6032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D4AF37"/>
                </a:solidFill>
                <a:latin typeface="STSong"/>
              </a:defRPr>
            </a:pPr>
            <a:r>
              <a:t>场景概念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D"/>
                </a:solidFill>
                <a:latin typeface="Microsoft YaHei"/>
              </a:defRPr>
            </a:pPr>
            <a:r>
              <a:t>CHAPTER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274320" y="274320"/>
            <a:ext cx="914400" cy="914400"/>
          </a:xfrm>
          <a:prstGeom prst="arc">
            <a:avLst/>
          </a:prstGeom>
          <a:noFill/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1800000">
            <a:off x="548640" y="365760"/>
            <a:ext cx="548640" cy="548640"/>
          </a:xfrm>
          <a:prstGeom prst="arc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D4AF37"/>
                </a:solidFill>
                <a:latin typeface="STSong"/>
              </a:defRPr>
            </a:pPr>
            <a:r>
              <a:t>场景概念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9"/>
                </a:solidFill>
                <a:latin typeface="Microsoft YaHei"/>
              </a:defRPr>
            </a:pPr>
            <a:r>
              <a:t>Environment Concept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463040"/>
            <a:ext cx="1828800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828800"/>
            <a:ext cx="7772400" cy="4389120"/>
          </a:xfrm>
          <a:prstGeom prst="rect">
            <a:avLst/>
          </a:prstGeom>
          <a:solidFill>
            <a:srgbClr val="2323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4200" y="1955800"/>
            <a:ext cx="7518400" cy="4135120"/>
          </a:xfrm>
          <a:prstGeom prst="rect">
            <a:avLst/>
          </a:prstGeom>
          <a:noFill/>
          <a:ln w="12700">
            <a:solidFill>
              <a:srgbClr val="A587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D"/>
                </a:solidFill>
                <a:latin typeface="Microsoft YaHei"/>
              </a:defRPr>
            </a:pPr>
            <a:r>
              <a:t>【主概念图】</a:t>
            </a:r>
            <a:br/>
            <a:r>
              <a:t>场景原画/氛围图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828800"/>
            <a:ext cx="3108960" cy="2011680"/>
          </a:xfrm>
          <a:prstGeom prst="rect">
            <a:avLst/>
          </a:prstGeom>
          <a:solidFill>
            <a:srgbClr val="2323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22360" y="1955800"/>
            <a:ext cx="2854960" cy="1757680"/>
          </a:xfrm>
          <a:prstGeom prst="rect">
            <a:avLst/>
          </a:prstGeom>
          <a:noFill/>
          <a:ln w="12700">
            <a:solidFill>
              <a:srgbClr val="A587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5603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D"/>
                </a:solidFill>
                <a:latin typeface="Microsoft YaHei"/>
              </a:defRPr>
            </a:pPr>
            <a:r>
              <a:t>细节 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4206240"/>
            <a:ext cx="3108960" cy="2011680"/>
          </a:xfrm>
          <a:prstGeom prst="rect">
            <a:avLst/>
          </a:prstGeom>
          <a:solidFill>
            <a:srgbClr val="2323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22360" y="4333240"/>
            <a:ext cx="2854960" cy="1757680"/>
          </a:xfrm>
          <a:prstGeom prst="rect">
            <a:avLst/>
          </a:prstGeom>
          <a:noFill/>
          <a:ln w="12700">
            <a:solidFill>
              <a:srgbClr val="A587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493776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D"/>
                </a:solidFill>
                <a:latin typeface="Microsoft YaHei"/>
              </a:defRPr>
            </a:pPr>
            <a:r>
              <a:t>细节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D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274320" y="274320"/>
            <a:ext cx="914400" cy="914400"/>
          </a:xfrm>
          <a:prstGeom prst="arc">
            <a:avLst/>
          </a:prstGeom>
          <a:noFill/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1800000">
            <a:off x="548640" y="365760"/>
            <a:ext cx="548640" cy="548640"/>
          </a:xfrm>
          <a:prstGeom prst="arc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D4AF37"/>
                </a:solidFill>
                <a:latin typeface="STSong"/>
              </a:defRPr>
            </a:pPr>
            <a:r>
              <a:t>场景概念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9"/>
                </a:solidFill>
                <a:latin typeface="Microsoft YaHei"/>
              </a:defRPr>
            </a:pPr>
            <a:r>
              <a:t>Key Art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463040"/>
            <a:ext cx="1828800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828800"/>
            <a:ext cx="7772400" cy="4389120"/>
          </a:xfrm>
          <a:prstGeom prst="rect">
            <a:avLst/>
          </a:prstGeom>
          <a:solidFill>
            <a:srgbClr val="2323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4200" y="1955800"/>
            <a:ext cx="7518400" cy="4135120"/>
          </a:xfrm>
          <a:prstGeom prst="rect">
            <a:avLst/>
          </a:prstGeom>
          <a:noFill/>
          <a:ln w="12700">
            <a:solidFill>
              <a:srgbClr val="A587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D"/>
                </a:solidFill>
                <a:latin typeface="Microsoft YaHei"/>
              </a:defRPr>
            </a:pPr>
            <a:r>
              <a:t>【主概念图】</a:t>
            </a:r>
            <a:br/>
            <a:r>
              <a:t>场景原画/氛围图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828800"/>
            <a:ext cx="3108960" cy="2011680"/>
          </a:xfrm>
          <a:prstGeom prst="rect">
            <a:avLst/>
          </a:prstGeom>
          <a:solidFill>
            <a:srgbClr val="2323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22360" y="1955800"/>
            <a:ext cx="2854960" cy="1757680"/>
          </a:xfrm>
          <a:prstGeom prst="rect">
            <a:avLst/>
          </a:prstGeom>
          <a:noFill/>
          <a:ln w="12700">
            <a:solidFill>
              <a:srgbClr val="A587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5603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D"/>
                </a:solidFill>
                <a:latin typeface="Microsoft YaHei"/>
              </a:defRPr>
            </a:pPr>
            <a:r>
              <a:t>细节 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4206240"/>
            <a:ext cx="3108960" cy="2011680"/>
          </a:xfrm>
          <a:prstGeom prst="rect">
            <a:avLst/>
          </a:prstGeom>
          <a:solidFill>
            <a:srgbClr val="2323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22360" y="4333240"/>
            <a:ext cx="2854960" cy="1757680"/>
          </a:xfrm>
          <a:prstGeom prst="rect">
            <a:avLst/>
          </a:prstGeom>
          <a:noFill/>
          <a:ln w="12700">
            <a:solidFill>
              <a:srgbClr val="A5872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493776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D"/>
                </a:solidFill>
                <a:latin typeface="Microsoft YaHei"/>
              </a:defRPr>
            </a:pPr>
            <a:r>
              <a:t>细节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D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0"/>
            <a:ext cx="3657600" cy="36576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4572000"/>
            <a:ext cx="2743200" cy="2743200"/>
          </a:xfrm>
          <a:prstGeom prst="ellipse">
            <a:avLst/>
          </a:prstGeom>
          <a:solidFill>
            <a:srgbClr val="A5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274320" y="274320"/>
            <a:ext cx="1097280" cy="1097280"/>
          </a:xfrm>
          <a:prstGeom prst="arc">
            <a:avLst/>
          </a:prstGeom>
          <a:noFill/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 rot="1800000">
            <a:off x="603504" y="384048"/>
            <a:ext cx="658368" cy="658368"/>
          </a:xfrm>
          <a:prstGeom prst="arc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 rot="5400000">
            <a:off x="10789920" y="274320"/>
            <a:ext cx="1097280" cy="1097280"/>
          </a:xfrm>
          <a:prstGeom prst="arc">
            <a:avLst/>
          </a:prstGeom>
          <a:noFill/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 rot="7200000">
            <a:off x="11119104" y="384048"/>
            <a:ext cx="658368" cy="658368"/>
          </a:xfrm>
          <a:prstGeom prst="arc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 rot="16200000">
            <a:off x="274320" y="5760720"/>
            <a:ext cx="1097280" cy="1097280"/>
          </a:xfrm>
          <a:prstGeom prst="arc">
            <a:avLst/>
          </a:prstGeom>
          <a:noFill/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 rot="18000000">
            <a:off x="603504" y="5870448"/>
            <a:ext cx="658368" cy="658368"/>
          </a:xfrm>
          <a:prstGeom prst="arc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 rot="10800000">
            <a:off x="10789920" y="5760720"/>
            <a:ext cx="1097280" cy="1097280"/>
          </a:xfrm>
          <a:prstGeom prst="arc">
            <a:avLst/>
          </a:prstGeom>
          <a:noFill/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 rot="12600000">
            <a:off x="11119104" y="5870448"/>
            <a:ext cx="658368" cy="658368"/>
          </a:xfrm>
          <a:prstGeom prst="arc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914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48890" y="1295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26180" y="914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03470" y="1295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914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58050" y="1295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35340" y="914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12630" y="1295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" y="67208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48890" y="67589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26180" y="67208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3470" y="67589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0760" y="67208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58050" y="67589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35340" y="67208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12630" y="6758940"/>
            <a:ext cx="117729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2011680"/>
            <a:ext cx="502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D4AF37"/>
                </a:solidFill>
                <a:latin typeface="STSong"/>
              </a:defRPr>
            </a:pPr>
            <a:r>
              <a:t>感谢观看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EBCD69"/>
                </a:solidFill>
                <a:latin typeface="Microsoft YaHei"/>
              </a:defRPr>
            </a:pPr>
            <a:r>
              <a:t>小天狼星 | Game Artist</a:t>
            </a:r>
          </a:p>
          <a:p>
            <a:pPr algn="ctr">
              <a:defRPr sz="1000">
                <a:solidFill>
                  <a:srgbClr val="78787D"/>
                </a:solidFill>
                <a:latin typeface="Microsoft YaHei"/>
              </a:defRPr>
            </a:pPr>
          </a:p>
          <a:p>
            <a:pPr algn="ctr">
              <a:defRPr sz="1300">
                <a:solidFill>
                  <a:srgbClr val="B4B4B9"/>
                </a:solidFill>
                <a:latin typeface="Microsoft YaHei"/>
              </a:defRPr>
            </a:pPr>
            <a:r>
              <a:t>📧 your.email@example.com</a:t>
            </a:r>
          </a:p>
          <a:p>
            <a:pPr algn="ctr">
              <a:defRPr sz="1300">
                <a:solidFill>
                  <a:srgbClr val="B4B4B9"/>
                </a:solidFill>
                <a:latin typeface="Microsoft YaHei"/>
              </a:defRPr>
            </a:pPr>
            <a:r>
              <a:t>📱 微信：your_wechat</a:t>
            </a:r>
          </a:p>
          <a:p>
            <a:pPr algn="ctr">
              <a:defRPr sz="1300">
                <a:solidFill>
                  <a:srgbClr val="B4B4B9"/>
                </a:solidFill>
                <a:latin typeface="Microsoft YaHei"/>
              </a:defRPr>
            </a:pPr>
            <a:r>
              <a:t>🎨 ArtStation: your-profile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