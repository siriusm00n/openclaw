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2700000">
            <a:off x="0" y="0"/>
            <a:ext cx="4572000" cy="27432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 rot="13500000">
            <a:off x="7315200" y="4114800"/>
            <a:ext cx="4572000" cy="27432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>
                <a:solidFill>
                  <a:srgbClr val="505055"/>
                </a:solidFill>
                <a:latin typeface="STSong"/>
              </a:defRPr>
            </a:pPr>
            <a:r>
              <a:t>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11680"/>
            <a:ext cx="731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787878"/>
                </a:solidFill>
                <a:latin typeface="STSong"/>
              </a:defRPr>
            </a:pPr>
            <a:r>
              <a:t>作品集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731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787878"/>
                </a:solidFill>
                <a:latin typeface="STSong"/>
              </a:defRPr>
            </a:pPr>
            <a:r>
              <a:t>美术设定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小天狼星 · 游戏策划 · 2024-2025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828800" y="914400"/>
            <a:ext cx="8229600" cy="45720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CFAF8"/>
                </a:solidFill>
                <a:latin typeface="STSong"/>
              </a:defRPr>
            </a:pPr>
            <a:r>
              <a:t>角色设计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505055"/>
                </a:solidFill>
                <a:latin typeface="STSong"/>
              </a:defRPr>
            </a:pPr>
            <a:r>
              <a:t>角色设计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1800000">
            <a:off x="0" y="0"/>
            <a:ext cx="3657600" cy="22860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601200" y="731520"/>
            <a:ext cx="1097280" cy="954633"/>
          </a:xfrm>
          <a:prstGeom prst="hexagon">
            <a:avLst/>
          </a:prstGeom>
          <a:solidFill>
            <a:srgbClr val="8CA591"/>
          </a:solidFill>
          <a:ln w="12700">
            <a:solidFill>
              <a:srgbClr val="8C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515600" y="1097280"/>
            <a:ext cx="914400" cy="795528"/>
          </a:xfrm>
          <a:prstGeom prst="hexagon">
            <a:avLst/>
          </a:prstGeom>
          <a:noFill/>
          <a:ln w="19050">
            <a:solidFill>
              <a:srgbClr val="8C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601200" y="1463040"/>
            <a:ext cx="1097280" cy="954633"/>
          </a:xfrm>
          <a:prstGeom prst="hexagon">
            <a:avLst/>
          </a:prstGeom>
          <a:noFill/>
          <a:ln w="19050">
            <a:solidFill>
              <a:srgbClr val="8C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457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200">
                <a:solidFill>
                  <a:srgbClr val="505055"/>
                </a:solidFill>
                <a:latin typeface="STSong"/>
              </a:defRPr>
            </a:pPr>
            <a:r>
              <a:t>角色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B48782"/>
                </a:solidFill>
                <a:latin typeface="Microsoft YaHei"/>
              </a:defRPr>
            </a:pPr>
            <a:r>
              <a:t>龙門无宵坊 · 主角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731520"/>
            <a:ext cx="5029200" cy="5029200"/>
          </a:xfrm>
          <a:prstGeom prst="rect">
            <a:avLst/>
          </a:prstGeom>
          <a:solidFill>
            <a:srgbClr val="FCFAF8"/>
          </a:solidFill>
          <a:ln w="2540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  <a:latin typeface="Microsoft YaHei"/>
              </a:defRPr>
            </a:pPr>
            <a:r>
              <a:t>【角色立绘】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286000"/>
            <a:ext cx="1371600" cy="27432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正面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286000"/>
            <a:ext cx="1371600" cy="27432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侧面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2286000"/>
            <a:ext cx="1371600" cy="27432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背面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3035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角色背景介绍 / 设计理念 / 关键词</a:t>
            </a:r>
            <a:br/>
            <a:r>
              <a:t>在此处填写角色的详细信息...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1800000">
            <a:off x="0" y="0"/>
            <a:ext cx="3657600" cy="22860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601200" y="731520"/>
            <a:ext cx="1097280" cy="954633"/>
          </a:xfrm>
          <a:prstGeom prst="hexagon">
            <a:avLst/>
          </a:prstGeom>
          <a:solidFill>
            <a:srgbClr val="8CA591"/>
          </a:solidFill>
          <a:ln w="12700">
            <a:solidFill>
              <a:srgbClr val="8C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515600" y="1097280"/>
            <a:ext cx="914400" cy="795528"/>
          </a:xfrm>
          <a:prstGeom prst="hexagon">
            <a:avLst/>
          </a:prstGeom>
          <a:noFill/>
          <a:ln w="19050">
            <a:solidFill>
              <a:srgbClr val="8C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9601200" y="1463040"/>
            <a:ext cx="1097280" cy="954633"/>
          </a:xfrm>
          <a:prstGeom prst="hexagon">
            <a:avLst/>
          </a:prstGeom>
          <a:noFill/>
          <a:ln w="19050">
            <a:solidFill>
              <a:srgbClr val="8CA5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457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200">
                <a:solidFill>
                  <a:srgbClr val="505055"/>
                </a:solidFill>
                <a:latin typeface="STSong"/>
              </a:defRPr>
            </a:pPr>
            <a:r>
              <a:t>角色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B48782"/>
                </a:solidFill>
                <a:latin typeface="Microsoft YaHei"/>
              </a:defRPr>
            </a:pPr>
            <a:r>
              <a:t>龙門无宵坊 · 配角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731520"/>
            <a:ext cx="5029200" cy="5029200"/>
          </a:xfrm>
          <a:prstGeom prst="rect">
            <a:avLst/>
          </a:prstGeom>
          <a:solidFill>
            <a:srgbClr val="FCFAF8"/>
          </a:solidFill>
          <a:ln w="2540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87878"/>
                </a:solidFill>
                <a:latin typeface="Microsoft YaHei"/>
              </a:defRPr>
            </a:pPr>
            <a:r>
              <a:t>【角色立绘】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286000"/>
            <a:ext cx="1371600" cy="27432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正面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286000"/>
            <a:ext cx="1371600" cy="27432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侧面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0" y="2286000"/>
            <a:ext cx="1371600" cy="27432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3657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背面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3035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87878"/>
                </a:solidFill>
                <a:latin typeface="Microsoft YaHei"/>
              </a:defRPr>
            </a:pPr>
            <a:r>
              <a:t>角色背景介绍 / 设计理念 / 关键词</a:t>
            </a:r>
            <a:br/>
            <a:r>
              <a:t>在此处填写角色的详细信息...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1828800" y="914400"/>
            <a:ext cx="8229600" cy="45720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>
                <a:solidFill>
                  <a:srgbClr val="FCFAF8"/>
                </a:solidFill>
                <a:latin typeface="STSong"/>
              </a:defRPr>
            </a:pPr>
            <a:r>
              <a:t>概念设计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505055"/>
                </a:solidFill>
                <a:latin typeface="STSong"/>
              </a:defRPr>
            </a:pPr>
            <a:r>
              <a:t>概念设计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10800000">
            <a:off x="8229600" y="4572000"/>
            <a:ext cx="3657600" cy="22860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505055"/>
                </a:solidFill>
                <a:latin typeface="STSong"/>
              </a:defRPr>
            </a:pPr>
            <a:r>
              <a:t>场景概念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296AA"/>
                </a:solidFill>
                <a:latin typeface="Microsoft YaHei"/>
              </a:defRPr>
            </a:pPr>
            <a:r>
              <a:t>Concept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200400" cy="22860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3200400" cy="210312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3200400" cy="210312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设计理念</a:t>
            </a:r>
            <a:br/>
            <a:br/>
            <a:r>
              <a:t>在此处填写设计的核心思路和创意来源...</a:t>
            </a:r>
            <a:br/>
            <a:br/>
            <a:r>
              <a:t>关键词：</a:t>
            </a:r>
            <a:br/>
            <a:r>
              <a:t>• 东方美学</a:t>
            </a:r>
            <a:br/>
            <a:r>
              <a:t>• 现代融合</a:t>
            </a:r>
            <a:br/>
            <a:r>
              <a:t>• 角色特征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10800000">
            <a:off x="8229600" y="4572000"/>
            <a:ext cx="3657600" cy="22860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505055"/>
                </a:solidFill>
                <a:latin typeface="STSong"/>
              </a:defRPr>
            </a:pPr>
            <a:r>
              <a:t>道具设计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296AA"/>
                </a:solidFill>
                <a:latin typeface="Microsoft YaHei"/>
              </a:defRPr>
            </a:pPr>
            <a:r>
              <a:t>Concept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200400" cy="22860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200400" cy="228600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389120"/>
            <a:ext cx="3200400" cy="210312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4389120"/>
            <a:ext cx="3200400" cy="2103120"/>
          </a:xfrm>
          <a:prstGeom prst="rect">
            <a:avLst/>
          </a:prstGeom>
          <a:solidFill>
            <a:srgbClr val="FCFAF8"/>
          </a:solidFill>
          <a:ln w="19050">
            <a:solidFill>
              <a:srgbClr val="8CA59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2120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设计稿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  <a:latin typeface="Microsoft YaHei"/>
              </a:defRPr>
            </a:pPr>
            <a:r>
              <a:t>设计理念</a:t>
            </a:r>
            <a:br/>
            <a:br/>
            <a:r>
              <a:t>在此处填写设计的核心思路和创意来源...</a:t>
            </a:r>
            <a:br/>
            <a:br/>
            <a:r>
              <a:t>关键词：</a:t>
            </a:r>
            <a:br/>
            <a:r>
              <a:t>• 东方美学</a:t>
            </a:r>
            <a:br/>
            <a:r>
              <a:t>• 现代融合</a:t>
            </a:r>
            <a:br/>
            <a:r>
              <a:t>• 角色特征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3600000">
            <a:off x="0" y="0"/>
            <a:ext cx="3657600" cy="27432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200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A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" y="1508760"/>
            <a:ext cx="2926080" cy="2926080"/>
          </a:xfrm>
          <a:prstGeom prst="rect">
            <a:avLst/>
          </a:prstGeom>
          <a:solidFill>
            <a:srgbClr val="FCFAF8"/>
          </a:solidFill>
          <a:ln w="12700">
            <a:solidFill>
              <a:srgbClr val="78787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5603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【照片】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8782"/>
                </a:solidFill>
                <a:latin typeface="Microsoft YaHei"/>
              </a:defRPr>
            </a:pPr>
            <a:r>
              <a:t>创作灵感</a:t>
            </a:r>
          </a:p>
          <a:p>
            <a:pPr>
              <a:defRPr sz="1000" b="0">
                <a:solidFill>
                  <a:srgbClr val="3C3C3C"/>
                </a:solidFill>
                <a:latin typeface="Microsoft YaHei"/>
              </a:defRPr>
            </a:pPr>
          </a:p>
          <a:p>
            <a:pPr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t>在此处记录创作过程中的灵感来源、</a:t>
            </a:r>
          </a:p>
          <a:p>
            <a:pPr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t>参考素材、以及设计思路。</a:t>
            </a:r>
          </a:p>
          <a:p>
            <a:pPr>
              <a:defRPr sz="1500" b="0">
                <a:solidFill>
                  <a:srgbClr val="3C3C3C"/>
                </a:solidFill>
                <a:latin typeface="Microsoft YaHei"/>
              </a:defRPr>
            </a:pPr>
          </a:p>
          <a:p>
            <a:pPr>
              <a:defRPr sz="1800" b="1">
                <a:solidFill>
                  <a:srgbClr val="B48782"/>
                </a:solidFill>
                <a:latin typeface="Microsoft YaHei"/>
              </a:defRPr>
            </a:pPr>
            <a:r>
              <a:t>关键词</a:t>
            </a:r>
          </a:p>
          <a:p>
            <a:pPr>
              <a:defRPr sz="1000" b="0">
                <a:solidFill>
                  <a:srgbClr val="3C3C3C"/>
                </a:solidFill>
                <a:latin typeface="Microsoft YaHei"/>
              </a:defRPr>
            </a:pPr>
          </a:p>
          <a:p>
            <a:pPr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t>• 东方元素</a:t>
            </a:r>
          </a:p>
          <a:p>
            <a:pPr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t>• 现代演绎</a:t>
            </a:r>
          </a:p>
          <a:p>
            <a:pPr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t>• 角色塑造</a:t>
            </a:r>
          </a:p>
          <a:p>
            <a:pPr>
              <a:defRPr sz="1400" b="0">
                <a:solidFill>
                  <a:srgbClr val="3C3C3C"/>
                </a:solidFill>
                <a:latin typeface="Microsoft YaHei"/>
              </a:defRPr>
            </a:pPr>
            <a:r>
              <a:t>• 视觉叙事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 rot="2700000">
            <a:off x="0" y="0"/>
            <a:ext cx="4572000" cy="27432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 rot="13500000">
            <a:off x="7315200" y="4114800"/>
            <a:ext cx="4572000" cy="2743200"/>
          </a:xfrm>
          <a:prstGeom prst="cloud">
            <a:avLst/>
          </a:prstGeom>
          <a:solidFill>
            <a:srgbClr val="FC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3657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0">
                <a:solidFill>
                  <a:srgbClr val="505055"/>
                </a:solidFill>
                <a:latin typeface="STSong"/>
              </a:defRPr>
            </a:pPr>
            <a:r>
              <a:t>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011680"/>
            <a:ext cx="731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787878"/>
                </a:solidFill>
                <a:latin typeface="STSong"/>
              </a:defRPr>
            </a:pPr>
            <a:r>
              <a:t>作品集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731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787878"/>
                </a:solidFill>
                <a:latin typeface="STSong"/>
              </a:defRPr>
            </a:pPr>
            <a:r>
              <a:t>美术设定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小天狼星 · 游戏策划 ·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