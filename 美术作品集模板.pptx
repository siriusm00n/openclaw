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D2D2D"/>
                </a:solidFill>
                <a:latin typeface="Microsoft YaHei"/>
              </a:defRPr>
            </a:pPr>
            <a:r>
              <a:t>我的作品集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  <a:latin typeface="Microsoft YaHei"/>
              </a:defRPr>
            </a:pPr>
            <a:r>
              <a:t>Portfolio 2024-2025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小天狼星 | 游戏策划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icrosoft YaHei"/>
              </a:defRPr>
            </a:pPr>
            <a:r>
              <a:t>关于我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2743200" cy="274320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照片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姓名：小天狼星</a:t>
            </a:r>
          </a:p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职业：游戏策划</a:t>
            </a:r>
          </a:p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经验：5 年 + 手游经验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擅长领域：</a:t>
            </a:r>
          </a:p>
          <a:p>
            <a:pPr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• 系统设计</a:t>
            </a:r>
          </a:p>
          <a:p>
            <a:pPr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• 数值平衡</a:t>
            </a:r>
          </a:p>
          <a:p>
            <a:pPr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• 技术理解</a:t>
            </a:r>
          </a:p>
          <a:p>
            <a:pPr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• 数据分析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95ED"/>
                </a:solidFill>
                <a:latin typeface="Microsoft YaHei"/>
              </a:defRPr>
            </a:pPr>
            <a:r>
              <a:t>WORK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项目 A：XXX 游戏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95E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作品截图 / 效果图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项目概述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在此处填写项目的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简要描述和背景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我的职责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系统设计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数值配置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文档撰写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成果数据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上线时间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用户数据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95ED"/>
                </a:solidFill>
                <a:latin typeface="Microsoft YaHei"/>
              </a:defRPr>
            </a:pPr>
            <a:r>
              <a:t>WORK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项目 B：XXX 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95E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作品截图 / 效果图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项目概述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在此处填写项目的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简要描述和背景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我的职责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系统设计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数值配置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文档撰写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成果数据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上线时间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用户数据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95ED"/>
                </a:solidFill>
                <a:latin typeface="Microsoft YaHei"/>
              </a:defRPr>
            </a:pPr>
            <a:r>
              <a:t>WORK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项目 C：XXX 玩法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95E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作品截图 / 效果图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项目概述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在此处填写项目的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简要描述和背景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我的职责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系统设计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数值配置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文档撰写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6495ED"/>
                </a:solidFill>
                <a:latin typeface="Microsoft YaHei"/>
              </a:defRPr>
            </a:pPr>
            <a:r>
              <a:t>成果数据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上线时间</a:t>
            </a:r>
          </a:p>
          <a:p>
            <a:pPr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用户数据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icrosoft YaHei"/>
              </a:defRPr>
            </a:pPr>
            <a:r>
              <a:t>专业技能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系统设计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783080"/>
            <a:ext cx="7315200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783080"/>
            <a:ext cx="6217920" cy="2743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0" y="1645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6495ED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数值平衡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063240"/>
            <a:ext cx="7315200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3063240"/>
            <a:ext cx="5852160" cy="2743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2926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6495ED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技术理解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343400"/>
            <a:ext cx="7315200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4343400"/>
            <a:ext cx="5486400" cy="2743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0" y="4206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6495ED"/>
                </a:solidFill>
                <a:latin typeface="Microsoft YaHei"/>
              </a:defRPr>
            </a:pPr>
            <a: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5623560"/>
            <a:ext cx="7315200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5623560"/>
            <a:ext cx="5120640" cy="2743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0" y="5486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6495ED"/>
                </a:solidFill>
                <a:latin typeface="Microsoft YaHei"/>
              </a:defRPr>
            </a:pPr>
            <a:r>
              <a:t>70%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2D2D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95ED"/>
                </a:solidFill>
                <a:latin typeface="Microsoft YaHei"/>
              </a:defRPr>
            </a:pPr>
            <a:r>
              <a:t>联系方式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📧 Email: your.email@example.com</a:t>
            </a:r>
          </a:p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📱 微信：your_wechat</a:t>
            </a:r>
          </a:p>
          <a:p>
            <a:pPr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💼 LinkedIn: your-linkedin</a:t>
            </a:r>
          </a:p>
          <a:p>
            <a:pPr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defRPr sz="2000">
                <a:solidFill>
                  <a:srgbClr val="6495ED"/>
                </a:solidFill>
                <a:latin typeface="Microsoft YaHei"/>
              </a:defRPr>
            </a:pPr>
            <a:r>
              <a:t>期待与您合作！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